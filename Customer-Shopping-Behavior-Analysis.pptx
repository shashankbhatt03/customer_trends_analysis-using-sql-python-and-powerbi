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051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Analysis of 3,900 purchases to uncover spending patterns, segments, product preferences, and subscription behavior to inform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98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54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9219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Rows &amp; Columns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228478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3,900 rows · 18 columns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754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9219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2284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Demographics, purchase details, behavior, and shipping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3437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6502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37 nulls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50443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Preparation (Python)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19027"/>
            <a:ext cx="39029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Loaded with pandas, inspected with df.info() and .describe(). Imputed Review Rating nulls using category medians. Renamed columns to snake_case and engineered age_group and purchase_frequency_days. Dropped promo_code_used after checking redundancy with discount_applied.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793677"/>
            <a:ext cx="3902943" cy="2211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86296"/>
            <a:ext cx="6673081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Database Integration &amp; SQL Workflow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392287"/>
            <a:ext cx="5225430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122857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19502" y="1440135"/>
            <a:ext cx="2664023" cy="14288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6" name="Text 3"/>
          <p:cNvSpPr/>
          <p:nvPr/>
        </p:nvSpPr>
        <p:spPr>
          <a:xfrm>
            <a:off x="6019502" y="153516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9502" y="1867421"/>
            <a:ext cx="266402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Push cleaned DataFrame to MySQL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19502" y="2297609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19502" y="2509168"/>
            <a:ext cx="2664023" cy="14288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6019502" y="260419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Query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9502" y="2936453"/>
            <a:ext cx="266402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aggregated analyses for business questions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9502" y="3572619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9502" y="3784178"/>
            <a:ext cx="2664023" cy="14288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1"/>
          <p:cNvSpPr/>
          <p:nvPr/>
        </p:nvSpPr>
        <p:spPr>
          <a:xfrm>
            <a:off x="6019502" y="387920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Export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19502" y="4211464"/>
            <a:ext cx="266402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 results to reporting tools (Power BI)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400422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&amp; Demographics (SQL Results)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49" y="1397868"/>
            <a:ext cx="326678" cy="3266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349" y="187508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Female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57349" y="2151459"/>
            <a:ext cx="4800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revenue: 75,191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2593256"/>
            <a:ext cx="326678" cy="3266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349" y="307047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Male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57349" y="3346847"/>
            <a:ext cx="4800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revenue: 157,890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349" y="3788643"/>
            <a:ext cx="326678" cy="3266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349" y="4265861"/>
            <a:ext cx="185067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Age Group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57349" y="4542234"/>
            <a:ext cx="4800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Young Adult 62,143 · Middle-aged 59,197 · Adult 55,978 · Senior 55,763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121"/>
            <a:ext cx="49501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&amp; Rating Insights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39" y="1263179"/>
            <a:ext cx="578197" cy="5781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79716" y="12631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779716" y="1626394"/>
            <a:ext cx="187285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Gloves 3.86 · Sandals 3.84 · Boots 3.82 · Hat 3.80 · Skirt 3.78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39" y="2590354"/>
            <a:ext cx="578197" cy="5781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79716" y="2590354"/>
            <a:ext cx="18728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Sellers by Category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779716" y="3175025"/>
            <a:ext cx="187285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Accessories: Jewelry, Sunglasses, Belt · Clothing: Blouse, Pants, Shirt · Footwear: Sandals, Shoes, Sneakers · Outerwear: Jacket, Coat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2095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Discounts, Shipping &amp; Subscription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1261"/>
            <a:ext cx="2628230" cy="2296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- Discount-dependent products: Hat 50.00%, Sneakers 49.66%, Coat 49.07%, Sweater 48.17%, Pants 47.37.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- Shipping: Average purchase — Standard $58.46, Express $60.48.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- Subscribers: 1,053 customers, avg spend $59.49, total revenue $62,645. Non-subscribers: 2,847 customers, avg spend $59.87, total revenue $170,436.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72963"/>
            <a:ext cx="6476554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Segmentation &amp; Behavior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72901" y="1504801"/>
            <a:ext cx="2655094" cy="830610"/>
          </a:xfrm>
          <a:prstGeom prst="roundRect">
            <a:avLst>
              <a:gd name="adj" fmla="val 683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725" y="164462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725" y="1984474"/>
            <a:ext cx="23754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3,116 customers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2901" y="2464147"/>
            <a:ext cx="2655094" cy="830610"/>
          </a:xfrm>
          <a:prstGeom prst="roundRect">
            <a:avLst>
              <a:gd name="adj" fmla="val 683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725" y="260397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725" y="2943820"/>
            <a:ext cx="23754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701 customers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901" y="3423493"/>
            <a:ext cx="2655094" cy="830610"/>
          </a:xfrm>
          <a:prstGeom prst="roundRect">
            <a:avLst>
              <a:gd name="adj" fmla="val 683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725" y="356331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725" y="3903166"/>
            <a:ext cx="23754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83 customers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62412" y="1104305"/>
            <a:ext cx="52134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 buyers (&gt;5 purchases): 958 subscribers vs. 2,518 non-subscribers — used to evaluate subscription propensity.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412" y="1671414"/>
            <a:ext cx="5213449" cy="2954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1946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Dashboard Highlights (Power BI)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024339" y="2105620"/>
            <a:ext cx="262823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metrics: 3.9K customers · $59.76 average purchase · 3.75 avg review rating. Donut: Subscriptions Yes 27% / No 73%. Visuals for revenue &amp; sales by category and by age group; filters for subscription, gender, category, shipping.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CE392-F452-6682-FEFF-993F8F0DE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70" y="1118380"/>
            <a:ext cx="5533338" cy="34606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9724"/>
            <a:ext cx="522208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Business Recommendations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51" y="1089571"/>
            <a:ext cx="1972047" cy="1863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163" y="1243682"/>
            <a:ext cx="15876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4163" y="1743149"/>
            <a:ext cx="158762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benefits to increase subscriber base and recurring revenue.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5585" y="1089571"/>
            <a:ext cx="1972047" cy="1863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65896" y="1243682"/>
            <a:ext cx="158762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765896" y="1532037"/>
            <a:ext cx="15876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move them into the Loyal segment.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318" y="1089571"/>
            <a:ext cx="1972047" cy="1863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47630" y="1243682"/>
            <a:ext cx="15876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847630" y="1743149"/>
            <a:ext cx="1587624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short-term sales with margin control; target high-discount items strategically.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9052" y="1089571"/>
            <a:ext cx="1972047" cy="1863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9363" y="1243682"/>
            <a:ext cx="15876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929363" y="1743149"/>
            <a:ext cx="158762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top-rated and best-selling products in campaigns.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851" y="3081561"/>
            <a:ext cx="1972047" cy="16521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4163" y="3235672"/>
            <a:ext cx="15876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84163" y="3735139"/>
            <a:ext cx="158762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and express-shipping users for tailored offers.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On-screen Show (16:9)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Light</vt:lpstr>
      <vt:lpstr>Alexandria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Shashank Bhatt</dc:creator>
  <cp:lastModifiedBy>Shashank Bhatt</cp:lastModifiedBy>
  <cp:revision>2</cp:revision>
  <dcterms:created xsi:type="dcterms:W3CDTF">2026-06-11T05:04:36Z</dcterms:created>
  <dcterms:modified xsi:type="dcterms:W3CDTF">2026-06-11T05:35:38Z</dcterms:modified>
</cp:coreProperties>
</file>